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8" r:id="rId3"/>
    <p:sldId id="289" r:id="rId4"/>
    <p:sldId id="309" r:id="rId5"/>
    <p:sldId id="290" r:id="rId6"/>
    <p:sldId id="291" r:id="rId7"/>
    <p:sldId id="292" r:id="rId8"/>
    <p:sldId id="293" r:id="rId9"/>
    <p:sldId id="296" r:id="rId10"/>
    <p:sldId id="294" r:id="rId11"/>
    <p:sldId id="306" r:id="rId12"/>
    <p:sldId id="295" r:id="rId13"/>
    <p:sldId id="307" r:id="rId14"/>
    <p:sldId id="299" r:id="rId15"/>
    <p:sldId id="308" r:id="rId16"/>
    <p:sldId id="300" r:id="rId17"/>
    <p:sldId id="302" r:id="rId18"/>
    <p:sldId id="305" r:id="rId19"/>
    <p:sldId id="303" r:id="rId20"/>
    <p:sldId id="310" r:id="rId21"/>
    <p:sldId id="25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putnala-sridhar-067077370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30015" y="3066152"/>
            <a:ext cx="8508488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b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LCO-CU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 CH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  ANAL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YSIS</a:t>
            </a:r>
            <a:endParaRPr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9D407-0B24-7947-F296-ABC3324B7AB0}"/>
              </a:ext>
            </a:extLst>
          </p:cNvPr>
          <p:cNvSpPr txBox="1"/>
          <p:nvPr/>
        </p:nvSpPr>
        <p:spPr>
          <a:xfrm>
            <a:off x="8044836" y="4778193"/>
            <a:ext cx="33701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Sridhar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Naveen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450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Innomatics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Dilsuknagar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364E-0C8E-7BB9-B782-B4179B82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7ADCD-77B4-192A-98CE-3DB0F24AD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PUTNALA SRIDHAR 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 my graduation in the stream of  B.sc (MSDS) and Degree from Govt degree college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https://www.linkedin.com/in/putnala-sridhar-067077370/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B.Naveen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graduation in the stream of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Btech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(ECE) From Siddhartha Institute of Engineering and Technology in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Ibrahimpatnam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/bairi-naveen-79a09a330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3C33A9-CA7E-0DD3-3EDE-46BFC9757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www.linkedin.com/in/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Vanity URL name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29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84BE-3A6B-0F2E-BEF5-EEC9D1D76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20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FC6C8-7E28-92EE-41F2-162CD899B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2400"/>
            <a:ext cx="10515600" cy="475456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Problem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Preparation &amp; Cleaning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Visualizations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&amp; Recommendations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&amp; Future Scope</a:t>
            </a:r>
          </a:p>
          <a:p>
            <a:endParaRPr lang="en-IN" sz="36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2FA52B6-78AA-8500-6A11-286FAFCFC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047" y="1253331"/>
            <a:ext cx="397328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93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698D-2672-BEB3-8D45-AA21058E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31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783D-9C13-B652-B044-74F23F131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145" y="1228436"/>
            <a:ext cx="10605655" cy="494852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Telecom companies are losing customers due to high churn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churn leads to revenue loss and higher costs to acquire new customers.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must analyze customer data to identify churn drivers and take proactive retention actions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4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3DD9-C4E4-F352-DA3A-12CE5D18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92"/>
            <a:ext cx="10515600" cy="82203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6F929-BB8F-60BB-CB9D-7666718E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618" y="997528"/>
            <a:ext cx="10587182" cy="52739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 major challenge in the telecom industry, where customers frequently switch service providers due to pricing, service quality, contract flexibility, or payment issues.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 data analysis is required to identify high-risk customers and take proactive actions to reduce attrition and improve profitability.</a:t>
            </a:r>
          </a:p>
          <a:p>
            <a:pPr marL="114300" indent="0">
              <a:lnSpc>
                <a:spcPct val="120000"/>
              </a:lnSpc>
              <a:buNone/>
            </a:pP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20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7E2E-E704-6BAC-07DB-79A8D5F4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546"/>
            <a:ext cx="10515600" cy="80356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BD2EA-5353-346E-C1BE-985C8A39B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4545"/>
            <a:ext cx="10515600" cy="5080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churn behavior in a telecom company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key drivers influencing customer churn.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churn patterns using interactive Power BI dashboards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business decisions for customer retention strategies.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revenue loss and improve customer satisfaction and profitability.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4562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13AB-F01E-2FBB-9B92-1BA3B3BE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783"/>
            <a:ext cx="10515600" cy="89592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9FF8-C4F4-6F08-BF8F-8EC8495EC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710"/>
            <a:ext cx="10515600" cy="513325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Telco Customer Churn Dataset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CSV file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7,043 customers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SeniorCitizen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Service, Phone Service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Method, Paperless Billing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Charges, Total Charges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93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094A-D85A-BBF2-B30A-C6D49F26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25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E3C2B-FFC9-FDED-136F-82F8DE6D5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5382"/>
            <a:ext cx="10515600" cy="522749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CSV dataset into Power BI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Removed duplicate and irrelevant columns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Normalized Column Datatypes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and null values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Created calculated measures using DAX: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%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Charges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Revenue &amp; Lost Revenue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by Tenure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tenure segments for better analysis</a:t>
            </a:r>
          </a:p>
        </p:txBody>
      </p:sp>
    </p:spTree>
    <p:extLst>
      <p:ext uri="{BB962C8B-B14F-4D97-AF65-F5344CB8AC3E}">
        <p14:creationId xmlns:p14="http://schemas.microsoft.com/office/powerpoint/2010/main" val="353454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4FE2-72B4-F0A2-6CC5-26B919EDD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DB624-78E7-1BDF-7393-85AE7645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8" y="0"/>
            <a:ext cx="122048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5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CE9B4-06EB-2C66-96BF-D5045DD7C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618" y="701964"/>
            <a:ext cx="10587182" cy="590203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CUSTOMER DEMOGRAPHICS ANALYSIS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customer distribution, churn behavior across gender and age groups, and how tenure impacts customer retention.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(0–12 months) show higher churn, while long-term customers are more stable.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show higher churn percentage  compared  to Non-senior customers are more likely to stay.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increase with tenure where Male and female charges follow a similar pattern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333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19562-D1CC-0E87-D83A-42A543B4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6"/>
            <a:ext cx="12191999" cy="684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8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0663-61B5-B2C1-33E8-8826277DE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203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SERVICE SUBSCRIPTION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168F0-9F20-DB5E-47E5-232015D3E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6000"/>
            <a:ext cx="10515600" cy="52554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how different services and service combinations influence customer churn.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have the highest churn rate, while customers with multiple services churn less.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+ Fiber optic customers have the highest churn combination, whereas long-term contracts reduce churn across all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service alone does not significantly drive churn, as most customers already subscribe to 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24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98637-9DD3-DD6B-3FB6-EF4151FCE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0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9CB0-5647-71C1-9895-EB06DF9F5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92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3. CONTRACT &amp; BILLING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3675D-7FEF-1E74-E574-9AD7388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9818"/>
            <a:ext cx="10515600" cy="537556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how contract duration, billing type, and payment methods affect churn behavior.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on month-to-month contracts leave the most, while two-year contracts retain customers better.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electronic check payments churn more, while auto-pay methods are more stable.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 customers pay more and stay longer, making them the most valuable customers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679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108DA-584B-A116-04AB-681959A1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26" y="0"/>
            <a:ext cx="12275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CE22-5A71-C51A-B758-DB86AD65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900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CHURN PREDICTION &amp; KEY DRIVERS</a:t>
            </a:r>
            <a:endParaRPr lang="en-IN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F408-D57A-ECF7-760A-9E65FF127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66618"/>
            <a:ext cx="10515600" cy="54323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identify high-risk customers and key drivers contributing to revenue loss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customers have the highest churn rate, while long-term contracts (1-year and 2-year) show much better retention.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electronic check as a payment method churn significantly more than those using other payment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short tenure (0–12 months) are more likely to churn compared to long-tenure customers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84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DD98-60E8-8EAF-C43C-3EF1AFDA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163"/>
            <a:ext cx="10515600" cy="134850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endParaRPr lang="en-IN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7E44-421F-7811-FD66-356471AF5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38909"/>
            <a:ext cx="10515600" cy="5438054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telecom companies identify high-risk customers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targeted retention campaigns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pricing and contract strategy decisions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revenue forecasting and planning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1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96-5C52-B527-B10F-D2FF1787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8239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B055D-6431-94F0-1685-D7B25A01F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23913"/>
            <a:ext cx="5157787" cy="600363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14A3B-AB59-4F6F-2A92-CB5E3BDD1D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524000"/>
            <a:ext cx="5157787" cy="46656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has a significant impact on revenue and long-term business growth.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reveals that contract type, tenure, monthly charges, and service usage are the key drivers of churn.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insights and dashboards help identify high-risk customers early and drive targeted actions to reduce churn and increase profitability.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FDD03-7E8A-CA65-B11A-C9EDA70FCD9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823913"/>
            <a:ext cx="5183188" cy="60036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9AA56C-D8D7-3744-BFC0-D39F8022D702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1523999"/>
            <a:ext cx="5183188" cy="46656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churn prediction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real-time customer behavior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customer lifetime value (CLV)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mobile-optimized dashboards</a:t>
            </a:r>
          </a:p>
        </p:txBody>
      </p:sp>
    </p:spTree>
    <p:extLst>
      <p:ext uri="{BB962C8B-B14F-4D97-AF65-F5344CB8AC3E}">
        <p14:creationId xmlns:p14="http://schemas.microsoft.com/office/powerpoint/2010/main" val="4047924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8F82-8996-F7FE-77D3-84DB12C0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127"/>
            <a:ext cx="10515600" cy="133003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F77A0-B434-C967-C7F5-6C1CD5117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long-term contracts with discounts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service quality for fiber optic users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auto-pay and paperless billing incentives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strategies on new customers</a:t>
            </a:r>
          </a:p>
        </p:txBody>
      </p:sp>
    </p:spTree>
    <p:extLst>
      <p:ext uri="{BB962C8B-B14F-4D97-AF65-F5344CB8AC3E}">
        <p14:creationId xmlns:p14="http://schemas.microsoft.com/office/powerpoint/2010/main" val="1306378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52485-088D-A3B8-8735-3B9ED6E67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20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830</Words>
  <Application>Microsoft Office PowerPoint</Application>
  <PresentationFormat>Widescreen</PresentationFormat>
  <Paragraphs>113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Libre Baskerville</vt:lpstr>
      <vt:lpstr>Times New Roman</vt:lpstr>
      <vt:lpstr>Wingdings</vt:lpstr>
      <vt:lpstr>Office Theme</vt:lpstr>
      <vt:lpstr>PowerPoint Presentation</vt:lpstr>
      <vt:lpstr>ABOUT ME</vt:lpstr>
      <vt:lpstr>AGENDA</vt:lpstr>
      <vt:lpstr>Business Problem</vt:lpstr>
      <vt:lpstr>PROBLEM STATEMENT</vt:lpstr>
      <vt:lpstr>OBJECTIVES</vt:lpstr>
      <vt:lpstr>DATASET OVERVIEW</vt:lpstr>
      <vt:lpstr>DATA PREPARATION &amp; CLEANING</vt:lpstr>
      <vt:lpstr>PowerPoint Presentation</vt:lpstr>
      <vt:lpstr>PowerPoint Presentation</vt:lpstr>
      <vt:lpstr>PowerPoint Presentation</vt:lpstr>
      <vt:lpstr>2. SERVICE SUBSCRIPTION ANALYSIS</vt:lpstr>
      <vt:lpstr>PowerPoint Presentation</vt:lpstr>
      <vt:lpstr>3. CONTRACT &amp; BILLING INSIGHTS</vt:lpstr>
      <vt:lpstr>PowerPoint Presentation</vt:lpstr>
      <vt:lpstr>4. CHURN PREDICTION &amp; KEY DRIVERS</vt:lpstr>
      <vt:lpstr>APPLICATIONS </vt:lpstr>
      <vt:lpstr>CONCLUSION &amp; FUTURE SCOPE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Bairi Naveen</cp:lastModifiedBy>
  <cp:revision>76</cp:revision>
  <dcterms:created xsi:type="dcterms:W3CDTF">2021-02-16T05:19:01Z</dcterms:created>
  <dcterms:modified xsi:type="dcterms:W3CDTF">2026-01-05T08:16:31Z</dcterms:modified>
</cp:coreProperties>
</file>